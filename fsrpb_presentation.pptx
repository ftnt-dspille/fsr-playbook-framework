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F1E3D"/>
                </a:solidFill>
                <a:latin typeface="Helvetica"/>
              </a:rPr>
              <a:t>Agent-Authored Playbooks for FortiSOAR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4A4A"/>
                </a:solidFill>
                <a:latin typeface="Helvetica"/>
              </a:rPr>
              <a:t>A YAML IR + a deterministic compiler + an MCP toolbelt — any LLM can drive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3E3E"/>
                </a:solidFill>
                <a:latin typeface="Helvetica"/>
              </a:rPr>
              <a:t>FSRPlaybookYaml — fsrpb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The pain we keep hitting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Playbook Designer is click-heavy, opaque, and not diff-able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Iteration loop is slow: edit → save → run → squint at run-log → repeat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Field-shape bugs (.records vs .data, Jinja typos) only surface at runtime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No version control, no PR review, no portability between environments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Talented automation engineers spend their day clicking, not designing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The product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"Producing valid YAML is the start of the job, not the end."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 playbook is useless if it doesn't run on a real FSR and produce the asked-for outcome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So the system has to prove playbooks work, not just compile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Everything that follows serves that one principle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Why now: agents are good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Frontier LLMs handle structured authoring well — given the right tools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Agents need: a queryable spec, a deterministic compiler, fast feedback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No fine-tuning required — tool use plus good cheatsheets is sufficient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Bottleneck moved from "can the model write YAML" to "can it verify what it wrote"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One simplified YAML IR. Three authoring surfaces (CLI, agent-via-MCP, future visual editor)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All three compile through the same pipeline to native FSR WorkflowCollection JSON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FortiSOAR stays the execution engine — we never replace it, we author into it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Same IR across surfaces → output is interoperable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8327" y="4206240"/>
            <a:ext cx="1828800" cy="64008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elvetica"/>
              </a:rPr>
              <a:t>Human (CLI)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447" y="4206240"/>
            <a:ext cx="1828800" cy="64008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elvetica"/>
              </a:rPr>
              <a:t>Agent (MCP)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4567" y="4206240"/>
            <a:ext cx="1828800" cy="64008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elvetica"/>
              </a:rPr>
              <a:t>Visual 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1287" y="5120640"/>
            <a:ext cx="1828800" cy="64008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YAML 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1607" y="5120640"/>
            <a:ext cx="1828800" cy="64008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Compiler → FSR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Why YAML is the right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Human-readable, diff-able, review-able in a PR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Trivially round-trippable: pull from FSR → YAML → edit → push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Easy for an LLM to emit and reason about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No vendor JSON ceremony (UUIDs, port coords, layout metadata) leaks into authoring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Design 1 — SQLite-first reference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714 connectors, 6,773 ops, 26K params, 43 step types, 172 Jinja filters, 1,664 playbooks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FTS-indexed; one SQL query per agent question — no LLM where a lookup will do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Probes refresh from the live appliance — compiler stays stable while the world changes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Trust ladder (live_*, tested_pass → is_trusted=1) flags unverified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Design 2 — Library-first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Pipeline: parser → resolver → validator → emitter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Compiler is a Python library; CLI, MCP server, web app are thin wrappers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Errors are data, not strings — every diagnostic has a code, line/col, suggested fix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Round-trip (compile → decompile) is lossless modulo formatting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Design 3 — MCP as the agent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20+ MCP tools: find_connector, get_op_schema, validate_yaml, compile_yaml,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    render_jinja, run_op, get_run_env, resolve_picklist_value,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    search_api_examples, synthesize_http_step, 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The LLM never writes FSR JSON — it writes YAML and trusts the compiler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LLM-agnostic by construction: structured I/O, externalized prompt, token discipline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The success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L1 Compile — structurally valid YAML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L2 Static-resolve — connectors / ops / picklists / step-types / Jinja vars all exist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L3 Dry-run — step args render against expected upstream context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L4 Live single-step — step N actually executes on real FSR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L5 Post-run assert — playbook produced the asked-for outcome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Each rung is deterministic + an MCP tool; failure returns structured {ok, code, suggestions}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4572000"/>
            <a:ext cx="2103120" cy="91440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L1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Compile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[done]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4572000"/>
            <a:ext cx="2103120" cy="914400"/>
          </a:xfrm>
          <a:prstGeom prst="roundRect">
            <a:avLst/>
          </a:prstGeom>
          <a:solidFill>
            <a:srgbClr val="C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L2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Static-resolve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[partial]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4287" y="4572000"/>
            <a:ext cx="2103120" cy="91440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L3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Dry-run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[missing]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4567" y="4572000"/>
            <a:ext cx="2103120" cy="914400"/>
          </a:xfrm>
          <a:prstGeom prst="roundRect">
            <a:avLst/>
          </a:prstGeom>
          <a:solidFill>
            <a:srgbClr val="C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L4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Live step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[half]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4847" y="4572000"/>
            <a:ext cx="2103120" cy="91440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L5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Post-run assert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[missing]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Recipes — from blank page to working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Recipe generators emit known-good playbooks for common archetypes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Today: threat-feed ingestion, data ingestion (alerts/incidents)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Roadmap: enrichment, triage, containment, approval-gated actions, orchestration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Each recipe ships compile-clean, with TODO notes only where the user must intervene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Layered ruleset validator enforces archetype-specific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HTTP virtual-connector — covering the long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FortiSOAR ships a generic HTTP connector (10 ops, including http_paginate)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We crawled 207,419 API examples across 6,927 third-party products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search_api_examples + synthesize_http_step translate a catalog entry → http_request step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Pre-fills method / path / auth / params from real examples — not LLM guesses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Result: the agent reaches vendors we don't have a native connector for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Live verification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validate_yaml catches shape errors before push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render_jinja(template, from_pb_execution=&lt;pk&gt;) resolves Jinja against a real past run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run_op executes one connector op live and caches observed output shape in SQLite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dry_run_playbook (in build) imports → executes → cleans up on dev FSR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Failures are evidence — if a demo breaks, that's a real bug to 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Demo 1 — vague ask to working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Prompt: "Look up an IP on VirusTotal and update the alert"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Agent: find_connector → get_op_schema → emit YAML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Then: validate_yaml → resolve_yaml (L2) → compile → push → run → assert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Total time from prompt to passing run: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1027" y="4389120"/>
            <a:ext cx="1143000" cy="54864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find_connector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55467" y="4389120"/>
            <a:ext cx="1143000" cy="54864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get_op_schema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9907" y="4389120"/>
            <a:ext cx="1143000" cy="54864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emit 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4347" y="4389120"/>
            <a:ext cx="1143000" cy="54864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validate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58787" y="4389120"/>
            <a:ext cx="1143000" cy="54864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compile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227" y="4389120"/>
            <a:ext cx="1143000" cy="54864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27667" y="4389120"/>
            <a:ext cx="1143000" cy="54864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Helvetica"/>
              </a:rPr>
              <a:t>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Demo 2 — the killer: triage and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"My playbook is broken. Figure out which one and fix it."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Agent: list_recent_failed_runs → get_run_env(&lt;pk&gt;) → spots .records vs .data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Pulls YAML, edits, validates, diffs, pushes, re-runs, watches it pass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None of this loop is possible from the FSR Playbook Designer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What we've indexed — FortiSOAR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Helvetica"/>
              </a:rPr>
              <a:t>Every number is a real row in a queryable index, refreshed from the live appliance.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192024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714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Connectors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192024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6,773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087" y="192024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26,093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Op 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338328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43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Step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338328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172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Jinja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087" y="338328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1,664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Live playbooks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3E3E"/>
                </a:solidFill>
                <a:latin typeface="Helvetica"/>
              </a:rPr>
              <a:t>Trust ladder: 1,959 rows confirmed live + tested. The agent does SQL lookups before it touches an LLM.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What we've indexed — third-party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Helvetica"/>
              </a:rPr>
              <a:t>The HTTP virtual-connector corpus: thousands of vendors reachable without a native connector.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192024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6,927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Products covered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192024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207,419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API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087" y="192024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6,272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Lifecycle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338328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33,783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Microsoft Graph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338328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13,818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GitHub v3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087" y="3383280"/>
            <a:ext cx="3474720" cy="1280160"/>
          </a:xfrm>
          <a:prstGeom prst="round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/>
            <a:r>
              <a:rPr sz="3600" b="1">
                <a:solidFill>
                  <a:srgbClr val="FFFFFF"/>
                </a:solidFill>
                <a:latin typeface="Helvetica"/>
              </a:rPr>
              <a:t>FTS5</a:t>
            </a:r>
          </a:p>
          <a:p>
            <a:pPr algn="ctr"/>
            <a:r>
              <a:rPr sz="1300">
                <a:solidFill>
                  <a:srgbClr val="CCCCD4"/>
                </a:solidFill>
                <a:latin typeface="Helvetica"/>
              </a:rPr>
              <a:t>Full-text indexed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3E3E"/>
                </a:solidFill>
                <a:latin typeface="Helvetica"/>
              </a:rPr>
              <a:t>search_api_examples + synthesize_http_step turn any of these into a working http_request step. Deterministic — no LLM in the translation.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What's already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714 connectors / 6,773 ops / 1,664 playbooks indexed in SQLite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Compiler v1: parser → resolver → validator → emitter (round-trip lossless)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20+ MCP tools, live-tested against a real FSR appliance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E2E runner: 11/11 fixtures green; 4 LLM-driven storyboards in DEMO.md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Recipe generators (feed + data ingest) + layered ruleset validator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HTTP virtual-connector tools wired; inventory surface (fsrpb inventory)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L2 prechecks (picklist resolvability, connector installation)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resolve_yaml + variable-reachability ruleset — highest-ROI single check we don't have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dry_run_playbook (L3) interactive stepper + assert_playbook_outcome (L5)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LLM evaluation harness — proves "any LLM works" with measurements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Recipe expansion: enrichment, triage, containment, HTTP virtual-connector recipes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Inventory web dashboard + transcript capture for demo replay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E3D"/>
                </a:solidFill>
                <a:latin typeface="Helvetica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Authoring surface ≠ execution engine — keep them separate, win on both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Agent + queryable spec + deterministic compiler + success ladder beats a visual designer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YAML in git is the unfair advantage: review, audit, promote, roll back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HTTP virtual-connector + 207K examples = thousands of vendors reachable today, no new code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  <a:latin typeface="Helvetica"/>
              </a:rPr>
              <a:t>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